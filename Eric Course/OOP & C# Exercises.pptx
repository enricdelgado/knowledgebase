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Average"/>
      <p:regular r:id="rId12"/>
    </p:embeddedFont>
    <p:embeddedFont>
      <p:font typeface="Oswald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Oswald-regular.fntdata"/><Relationship Id="rId12" Type="http://schemas.openxmlformats.org/officeDocument/2006/relationships/font" Target="fonts/Averag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font" Target="fonts/Oswa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429ffa7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429ffa7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fff7b80f11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fff7b80f11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d344a8b2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d344a8b2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fff7b80f11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fff7b80f11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fff7b80f11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fff7b80f11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14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56" name="Google Shape;56;p14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14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2" name="Google Shape;7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6" name="Google Shape;86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21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8" name="Google Shape;88;p21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93" name="Google Shape;93;p2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3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6" name="Google Shape;96;p23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rt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Exercise 0</a:t>
            </a:r>
            <a:endParaRPr/>
          </a:p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Console Hello World.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Exercise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Change the color of a 3D GameObject when a key is pressed.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If 1 is pressed it changes to red, 2 to green and 3 to blue.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Have one script handle whether keys have been pressed and tell the other script to change the color.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Exercise 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Continuing the previous exercise, add a second cube that changes color like the first.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Add 2 more cubes, these do not change color but when you hold down 1 they rotate to the left and if you press 2 they rotate to the right.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The 2 cubes do not rotate at the same speed.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ONLY one script manages the input.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In summary, there should be 4 cubes, 2 that change color and 2 that rotate.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Exercise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Instantiate capsules.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When starting the game, 20 capsules with different names should be instantiated.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These will begin to be instantiated more and more quickly.</a:t>
            </a:r>
            <a:br>
              <a:rPr lang="es"/>
            </a:b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Configure capsules.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The capsules have a random rotation in X and are scaled randomly.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We must have a class NOT MonoBehaviour to store the rotation, scale and name data of the capsule (they must be called differently).</a:t>
            </a:r>
            <a:br>
              <a:rPr lang="es"/>
            </a:b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s"/>
              <a:t>Destroy all elements.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When pressing a button, all capsules and their associated data should be deleted.</a:t>
            </a:r>
            <a:endParaRPr/>
          </a:p>
          <a:p>
            <a:pPr indent="-334327" lvl="0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The destroyed elements should be displayed on the console.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Exercise 4</a:t>
            </a:r>
            <a:endParaRPr/>
          </a:p>
        </p:txBody>
      </p:sp>
      <p:sp>
        <p:nvSpPr>
          <p:cNvPr id="129" name="Google Shape;129;p29"/>
          <p:cNvSpPr txBox="1"/>
          <p:nvPr>
            <p:ph idx="1" type="body"/>
          </p:nvPr>
        </p:nvSpPr>
        <p:spPr>
          <a:xfrm>
            <a:off x="311700" y="1134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Convert non-POO code to OOP code.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A Unity package will be delivered to add to your scene.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Make the UML diagram.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s"/>
              <a:t>You have to manage to maintain the same functionality but convert the code to OOP.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