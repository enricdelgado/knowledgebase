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d3fa704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d3fa704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d5bcb3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d5bcb3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d5bcb33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d5bcb33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d5bcb33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d5bcb33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5bcb339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5bcb33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d5bcb33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d5bcb33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giantbomb.com/wwise/3015-7682/games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If you’re like me: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 you like to watch ALL credits from a videogame you enjoyed playing.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 And everytime I see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THIS</a:t>
            </a:r>
            <a:endParaRPr b="1" sz="6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6180"/>
            <a:ext cx="9144003" cy="341114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1085775" y="1260125"/>
            <a:ext cx="1291800" cy="721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What is this?!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2520225" y="1402775"/>
            <a:ext cx="1220400" cy="1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751" y="1"/>
            <a:ext cx="1683251" cy="168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Audio Middlewares</a:t>
            </a:r>
            <a:endParaRPr/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Audio Essentials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Why</a:t>
            </a:r>
            <a:r>
              <a:rPr lang="ca"/>
              <a:t> we need Middlewares in Audio?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581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Audio is VERY important in video games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Programming every aspect of audio in video games is very time consuming and tough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Allows musicians (and audio engineers) to focus on that task without the technical details of the software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097" y="1670075"/>
            <a:ext cx="2591200" cy="28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How</a:t>
            </a:r>
            <a:r>
              <a:rPr lang="ca"/>
              <a:t> Audio Middlewares facilitate all of this</a:t>
            </a:r>
            <a:r>
              <a:rPr lang="ca"/>
              <a:t>?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75" y="1156275"/>
            <a:ext cx="6903252" cy="37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What </a:t>
            </a:r>
            <a:r>
              <a:rPr lang="ca"/>
              <a:t>flow Middlewares use</a:t>
            </a:r>
            <a:r>
              <a:rPr lang="ca"/>
              <a:t>?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1204650" y="1426375"/>
            <a:ext cx="1775400" cy="7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Software Engineer Raise event in video game code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546563" y="1426375"/>
            <a:ext cx="1775400" cy="7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Middleware receives that event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888475" y="1426375"/>
            <a:ext cx="1775400" cy="7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Audio Engineer performs audio magic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027450" y="1688075"/>
            <a:ext cx="451800" cy="12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5379325" y="1688075"/>
            <a:ext cx="451800" cy="12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99" name="Google Shape;99;p18"/>
          <p:cNvCxnSpPr/>
          <p:nvPr/>
        </p:nvCxnSpPr>
        <p:spPr>
          <a:xfrm>
            <a:off x="3273125" y="1347300"/>
            <a:ext cx="0" cy="31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8"/>
          <p:cNvCxnSpPr/>
          <p:nvPr/>
        </p:nvCxnSpPr>
        <p:spPr>
          <a:xfrm>
            <a:off x="5605225" y="1347300"/>
            <a:ext cx="0" cy="31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8"/>
          <p:cNvSpPr txBox="1"/>
          <p:nvPr/>
        </p:nvSpPr>
        <p:spPr>
          <a:xfrm>
            <a:off x="1323525" y="2773850"/>
            <a:ext cx="170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What 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gameplay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Engineer sees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924175" y="2773850"/>
            <a:ext cx="170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What 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audio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Engineer sees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546575" y="3550525"/>
            <a:ext cx="177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Separation of concerns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Games that use WWISE or other Audio Middlewares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Link: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https://www.giantbomb.com/wwise/3015-7682/games/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099" y="2757050"/>
            <a:ext cx="1648110" cy="23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200" y="2757046"/>
            <a:ext cx="1968899" cy="235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2200" y="2757050"/>
            <a:ext cx="2359725" cy="23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4918" y="2730325"/>
            <a:ext cx="1809881" cy="241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