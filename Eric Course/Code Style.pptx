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verage"/>
      <p:regular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verage-regular.fntdata"/><Relationship Id="rId10" Type="http://schemas.openxmlformats.org/officeDocument/2006/relationships/slide" Target="slides/slide5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68bd47b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68bd47b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2ea4d0ff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2ea4d0ff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2ea4d0ff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2ea4d0f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2ea4d0ff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2ea4d0ff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Scripting Coding Style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Naming conventions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PascalCase</a:t>
            </a:r>
            <a:r>
              <a:rPr lang="ca"/>
              <a:t>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Clases, Structs, Enumerators e Interfaces:</a:t>
            </a:r>
            <a:br>
              <a:rPr lang="ca"/>
            </a:br>
            <a:r>
              <a:rPr lang="ca"/>
              <a:t>- </a:t>
            </a:r>
            <a:r>
              <a:rPr lang="ca"/>
              <a:t>Ej: CustomerOrder, </a:t>
            </a:r>
            <a:r>
              <a:rPr lang="ca"/>
              <a:t>UserService,</a:t>
            </a:r>
            <a:r>
              <a:rPr lang="ca"/>
              <a:t> IDataProvider.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Methods and Properties</a:t>
            </a:r>
            <a:br>
              <a:rPr lang="ca"/>
            </a:br>
            <a:r>
              <a:rPr lang="ca"/>
              <a:t>- Ej: </a:t>
            </a:r>
            <a:r>
              <a:rPr lang="ca"/>
              <a:t>CalculateTotal(), FirstName, GetUserData()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camelCase</a:t>
            </a:r>
            <a:r>
              <a:rPr lang="ca"/>
              <a:t>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Variables and Parameters</a:t>
            </a:r>
            <a:br>
              <a:rPr lang="ca"/>
            </a:br>
            <a:r>
              <a:rPr lang="ca"/>
              <a:t>- Ej: totalAmount, customerName, orderList.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6464700" y="1731125"/>
            <a:ext cx="2447400" cy="417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Interfaces must start with “I”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7" name="Google Shape;67;p14"/>
          <p:cNvSpPr/>
          <p:nvPr/>
        </p:nvSpPr>
        <p:spPr>
          <a:xfrm rot="5400000">
            <a:off x="6177652" y="1828776"/>
            <a:ext cx="119700" cy="367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Naming conventions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SCREAMING_SNAKE_CASE</a:t>
            </a:r>
            <a:r>
              <a:rPr lang="ca"/>
              <a:t>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Consts and public static variables. </a:t>
            </a:r>
            <a:br>
              <a:rPr lang="ca"/>
            </a:br>
            <a:r>
              <a:rPr lang="ca"/>
              <a:t>- Ej: public const int MAX_VALUE = 100;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Abbreviations and Acronyms</a:t>
            </a:r>
            <a:r>
              <a:rPr lang="ca"/>
              <a:t>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Evita usar abreviaturas a menos que sean ampliamente reconocidas.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Para acrónimos de dos letras, usa ambas letras en mayúscula. Ej: IOStream.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Para acrónimos de tres o más letras, solo la primera letra en mayúscula Ej: XmlParser.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Format conventions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Identation</a:t>
            </a:r>
            <a:r>
              <a:rPr lang="ca"/>
              <a:t>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Use tabs.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Keys: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Place the opening brace on a new line for methods, properties, and constructors.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White spaces: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Add white spaces around binary operators ( = , + , - , etc.).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Code </a:t>
            </a:r>
            <a:r>
              <a:rPr b="1" lang="ca"/>
              <a:t>MUST </a:t>
            </a:r>
            <a:r>
              <a:rPr lang="ca"/>
              <a:t>be written in </a:t>
            </a:r>
            <a:r>
              <a:rPr b="1" lang="ca"/>
              <a:t>english</a:t>
            </a:r>
            <a:r>
              <a:rPr lang="ca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Comments.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Your code should be readable by default, so no comment should be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Use them sparingly only to explain complex or non-obvious parts of the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Use simple code with //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Don’t use summary code with ///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Use space after the code key: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Ej: // New Comment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10800000">
            <a:off x="1610552" y="2990501"/>
            <a:ext cx="119700" cy="367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