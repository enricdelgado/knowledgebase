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d5c6a09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fd5c6a09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d3e3684c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d3e3684c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3e3684c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3e3684c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d3e3684c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d3e3684c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3e3684c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3e3684c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d3e3684c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d3e3684c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fd3e3684c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fd3e3684c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d3e3684c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fd3e3684c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d3e3684c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fd3e3684c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d3e3684c8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d3e3684c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unity3d.com/Manual/9SliceSprites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Sprite Editor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2D Essentials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Objectives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How to create rounded corners for your game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How to use Unity sprite editor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How to slice sprite in Unity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How to use tiled sprite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ca"/>
              <a:t>How to create rounded button image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Repository Link: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a"/>
              <a:t>Unity Documentation: </a:t>
            </a:r>
            <a:r>
              <a:rPr lang="ca" u="sng">
                <a:solidFill>
                  <a:schemeClr val="hlink"/>
                </a:solidFill>
                <a:hlinkClick r:id="rId3"/>
              </a:rPr>
              <a:t>https://docs.unity3d.com/Manual/9SliceSprites.html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075" y="0"/>
            <a:ext cx="772584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/>
          <p:nvPr/>
        </p:nvSpPr>
        <p:spPr>
          <a:xfrm>
            <a:off x="5539775" y="2179500"/>
            <a:ext cx="3178200" cy="784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Be aware it can make corners a little bit too pixelated!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8123400" y="3067075"/>
            <a:ext cx="412200" cy="721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0" r="50079" t="0"/>
          <a:stretch/>
        </p:blipFill>
        <p:spPr>
          <a:xfrm>
            <a:off x="152400" y="152400"/>
            <a:ext cx="2455026" cy="491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0336" y="640098"/>
            <a:ext cx="2359864" cy="187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0325" y="112350"/>
            <a:ext cx="37338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0325" y="2581038"/>
            <a:ext cx="37338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50325" y="3150830"/>
            <a:ext cx="2359875" cy="1873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4979" y="1158149"/>
            <a:ext cx="2184225" cy="1638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8837" y="3692513"/>
            <a:ext cx="4296587" cy="113588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/>
          <p:nvPr/>
        </p:nvSpPr>
        <p:spPr>
          <a:xfrm>
            <a:off x="3912679" y="2908229"/>
            <a:ext cx="486000" cy="670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1507938" y="1838753"/>
            <a:ext cx="351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5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?</a:t>
            </a:r>
            <a:endParaRPr b="1" sz="5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6403174" y="1866172"/>
            <a:ext cx="351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5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?</a:t>
            </a:r>
            <a:endParaRPr b="1" sz="5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1157075" y="2515839"/>
            <a:ext cx="351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5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?</a:t>
            </a:r>
            <a:endParaRPr b="1" sz="5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1901310" y="2515839"/>
            <a:ext cx="351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5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?</a:t>
            </a:r>
            <a:endParaRPr b="1" sz="5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6059242" y="2515839"/>
            <a:ext cx="351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5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?</a:t>
            </a:r>
            <a:endParaRPr b="1" sz="5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6754037" y="2579796"/>
            <a:ext cx="351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5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?</a:t>
            </a:r>
            <a:endParaRPr b="1" sz="5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PROBLEM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SOLUTION</a:t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726" y="1480224"/>
            <a:ext cx="6837750" cy="291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