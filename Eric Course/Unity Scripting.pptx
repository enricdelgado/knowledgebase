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Average"/>
      <p:regular r:id="rId10"/>
    </p:embeddedFont>
    <p:embeddedFont>
      <p:font typeface="Oswald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swald-regular.fntdata"/><Relationship Id="rId10" Type="http://schemas.openxmlformats.org/officeDocument/2006/relationships/font" Target="fonts/Average-regular.fntdata"/><Relationship Id="rId12" Type="http://schemas.openxmlformats.org/officeDocument/2006/relationships/font" Target="fonts/Oswald-bold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d5c6f67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d5c6f67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fd5c6f67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fd5c6f67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d3fa7040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d3fa7040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learn.unity.com/project/beginner-gameplay-scripting?language=en&amp;courseId=5c61706dedbc2a324a9b022d" TargetMode="External"/><Relationship Id="rId4" Type="http://schemas.openxmlformats.org/officeDocument/2006/relationships/hyperlink" Target="https://docs.unity.com/" TargetMode="External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unity3d.com/Manual/ExecutionOrder.html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Unity Scripting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Scripting Essentials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Learning Resources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60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Link to Beginner Scripting tutorials: </a:t>
            </a:r>
            <a:r>
              <a:rPr lang="ca" u="sng">
                <a:solidFill>
                  <a:schemeClr val="hlink"/>
                </a:solidFill>
                <a:hlinkClick r:id="rId3"/>
              </a:rPr>
              <a:t>https://learn.unity.com/project/beginner-gameplay-scripting?language=en&amp;courseId=5c61706dedbc2a324a9b022d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Unity Documentation: </a:t>
            </a:r>
            <a:r>
              <a:rPr lang="ca" u="sng">
                <a:solidFill>
                  <a:schemeClr val="hlink"/>
                </a:solidFill>
                <a:hlinkClick r:id="rId4"/>
              </a:rPr>
              <a:t>https://docs.unity.com/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6301" y="445025"/>
            <a:ext cx="1330390" cy="469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Unity, The Basics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632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Scripting language: </a:t>
            </a:r>
            <a:r>
              <a:rPr b="1" lang="ca"/>
              <a:t>C#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Framework and </a:t>
            </a:r>
            <a:r>
              <a:rPr lang="ca"/>
              <a:t>base</a:t>
            </a:r>
            <a:r>
              <a:rPr lang="ca"/>
              <a:t> class: </a:t>
            </a:r>
            <a:r>
              <a:rPr b="1" lang="ca"/>
              <a:t>MonoBehaviour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Lifecycle and Order of Execution of MonoBehaviours in Unity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Components based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64100" y="4382675"/>
            <a:ext cx="852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Link lifecycle flowchart: </a:t>
            </a:r>
            <a:r>
              <a:rPr lang="ca" u="sng">
                <a:solidFill>
                  <a:schemeClr val="hlink"/>
                </a:solidFill>
                <a:hlinkClick r:id="rId3"/>
              </a:rPr>
              <a:t>https://docs.unity3d.com/Manual/ExecutionOrder.html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1000" y="445025"/>
            <a:ext cx="2058675" cy="444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Let’s create our first…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Hello </a:t>
            </a:r>
            <a:r>
              <a:rPr b="1" lang="ca" sz="6100"/>
              <a:t>World</a:t>
            </a:r>
            <a:r>
              <a:rPr b="1" lang="ca" sz="6100"/>
              <a:t>!</a:t>
            </a:r>
            <a:endParaRPr b="1" sz="6100"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5200" y="3084700"/>
            <a:ext cx="2058800" cy="20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