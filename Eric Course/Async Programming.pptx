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embeddedFontLst>
    <p:embeddedFont>
      <p:font typeface="Average"/>
      <p:regular r:id="rId57"/>
    </p:embeddedFont>
    <p:embeddedFont>
      <p:font typeface="Oswald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02F7BE-F01A-43AC-B6C9-FD532DC08838}">
  <a:tblStyle styleId="{6602F7BE-F01A-43AC-B6C9-FD532DC088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Average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Oswald-bold.fntdata"/><Relationship Id="rId14" Type="http://schemas.openxmlformats.org/officeDocument/2006/relationships/slide" Target="slides/slide8.xml"/><Relationship Id="rId58" Type="http://schemas.openxmlformats.org/officeDocument/2006/relationships/font" Target="fonts/Oswald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367bdbf0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367bdbf0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367bdbf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367bdbf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367bdbf0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367bdbf0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5c5ba384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5c5ba384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5c5ba384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5c5ba384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5c5ba384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5c5ba384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5c5ba384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5c5ba384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5c5ba384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5c5ba384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5c5ba384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5c5ba384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5c5ba384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5c5ba384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5c5ba384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5c5ba384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5c5ba384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5c5ba384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15c5ba384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15c5ba384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5c5ba384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15c5ba384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5c5ba384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5c5ba384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4b8a058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4b8a058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4b8a0584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4b8a0584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4b8a0584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14b8a0584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5c5ba384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5c5ba384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5c5ba384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15c5ba384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5d0e2c9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15d0e2c9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5d0e2c96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5d0e2c96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4b8a0584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4b8a0584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5d0e2c96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15d0e2c96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5d0e2c96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15d0e2c96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5d0e2c962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15d0e2c962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5d0e2c962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15d0e2c962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1aa57b66b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1aa57b66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aa57b66b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1aa57b66b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aa57b66b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1aa57b66b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aa57b66b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1aa57b66b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1aa57b66b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1aa57b66b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aa57b66b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1aa57b66b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aa57b66b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1aa57b66b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3d4c33e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13d4c33e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13d4c33e2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13d4c33e2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13d4c33e2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13d4c33e2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13d4c33e2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13d4c33e2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3d4c33e2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13d4c33e2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13d4c33e2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13d4c33e2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3d4c33e2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13d4c33e2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5e8506e4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15e8506e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1405cfc4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1405cfc4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1405cfc4a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1405cfc4a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15d0e2c962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15d0e2c962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15d0e2c962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15d0e2c962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5d0e2c962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15d0e2c962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0a1cc1d7e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0a1cc1d7e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15d0e2c962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15d0e2c962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ithub.com/Cysharp/UniTask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linkedin.com/pulse/unity-async-vs-coroutine-jo%C3%A3o-borks/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Advanced Unity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31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Content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Asynchronous programming.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Asynchrony vs Multithreading.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Race conditions.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Coroutines.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Coroutines vs Update.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Coroutines vs Async.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UniTask.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improves system efficiency, allowing multiple tasks to be performed concurrently (one of them starts between the start and end of the other).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Solves blocking and waiting problems in the main flow of the program.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deals with how we organize tasks in an individual workflow.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875" y="3946500"/>
            <a:ext cx="3432725" cy="10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programming: Uses.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63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For tasks that involve a possible delay or wait such as file access, network use, or database queries.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4151" y="2335001"/>
            <a:ext cx="5623450" cy="208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programming: Uses.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Delay an action. Ex: Rate of fire.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5500" y="1879825"/>
            <a:ext cx="2953001" cy="295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programming: Uses.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Actions that need to be paused and resumed. The: Spawn from enemy streaks.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850" y="2057400"/>
            <a:ext cx="25527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programming: Uses.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Actions that require several frames to complete. (Animations, transitions, smooth movements).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8750" y="2169450"/>
            <a:ext cx="4066499" cy="23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programming: Uses.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Sequence of actions.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688" y="2147888"/>
            <a:ext cx="57626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 vs Multithreading.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Asynchronous programming runs on the main thread or in the case of Multithreading each thread can be scheduled asynchronously.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In Multithreading we have several execution threads in which tasks can be executed in parallel.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Multithreading is about workers, the asynchrony of tasks.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4400" y="3571275"/>
            <a:ext cx="1367899" cy="136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 vs Multithreading.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550" y="1319927"/>
            <a:ext cx="7242900" cy="32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Programming: Race Conditions.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72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Multiple tasks can modify a piece of data concurrently.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Operations can be executed in an out-of-order manner and this can be a problem if the order of execution affects the result.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Circular dependency: If one task depends on the other, they could wait indefinitely for the other task, causing a deadlock.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2482" y="3801800"/>
            <a:ext cx="1829826" cy="118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Coroutines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555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Asynchrony for exclusive use in Unity.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If the instance of the GameObject that starts it is destroyed, all associated coroutines are stopped.</a:t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4000" y="987475"/>
            <a:ext cx="282892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Coroutines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0325" y="1433375"/>
            <a:ext cx="2828925" cy="304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5"/>
          <p:cNvCxnSpPr/>
          <p:nvPr/>
        </p:nvCxnSpPr>
        <p:spPr>
          <a:xfrm flipH="1">
            <a:off x="4545675" y="1074725"/>
            <a:ext cx="1910100" cy="1035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5"/>
          <p:cNvSpPr txBox="1"/>
          <p:nvPr/>
        </p:nvSpPr>
        <p:spPr>
          <a:xfrm>
            <a:off x="6531975" y="706500"/>
            <a:ext cx="21057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Start the coroutine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44" name="Google Shape;144;p25"/>
          <p:cNvCxnSpPr/>
          <p:nvPr/>
        </p:nvCxnSpPr>
        <p:spPr>
          <a:xfrm>
            <a:off x="1820350" y="3042375"/>
            <a:ext cx="1265700" cy="851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5"/>
          <p:cNvSpPr txBox="1"/>
          <p:nvPr/>
        </p:nvSpPr>
        <p:spPr>
          <a:xfrm>
            <a:off x="140375" y="2571750"/>
            <a:ext cx="2427900" cy="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Give back control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46" name="Google Shape;146;p25"/>
          <p:cNvCxnSpPr/>
          <p:nvPr/>
        </p:nvCxnSpPr>
        <p:spPr>
          <a:xfrm flipH="1">
            <a:off x="4121750" y="2402600"/>
            <a:ext cx="2140200" cy="69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5"/>
          <p:cNvSpPr txBox="1"/>
          <p:nvPr/>
        </p:nvSpPr>
        <p:spPr>
          <a:xfrm>
            <a:off x="6492075" y="2068900"/>
            <a:ext cx="24279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Stores the state of the execution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IEnumerator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C#: It is an interface that defines how a collection or sequence of elements can be traversed.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Unity Coroutines: Stores the state of the function execution, allowing controlled pauses and resumptions.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900" y="3301638"/>
            <a:ext cx="4448175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Yield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When a coroutine is started, it runs until it encounters a yield, at which point it returns control to the Unity system.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Unity interprets the value returned by yield to decide when to resume the coroutine.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At each execution cycle, Unity evaluates whether the conditions indicated by the yield have been met to continue the execution of the coroutine.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Yield</a:t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375" y="364050"/>
            <a:ext cx="4289926" cy="4550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8"/>
          <p:cNvCxnSpPr/>
          <p:nvPr/>
        </p:nvCxnSpPr>
        <p:spPr>
          <a:xfrm flipH="1">
            <a:off x="5066075" y="1916200"/>
            <a:ext cx="744600" cy="582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8"/>
          <p:cNvCxnSpPr/>
          <p:nvPr/>
        </p:nvCxnSpPr>
        <p:spPr>
          <a:xfrm flipH="1">
            <a:off x="5073625" y="3103175"/>
            <a:ext cx="783600" cy="201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8"/>
          <p:cNvCxnSpPr/>
          <p:nvPr/>
        </p:nvCxnSpPr>
        <p:spPr>
          <a:xfrm flipH="1">
            <a:off x="5104650" y="3204025"/>
            <a:ext cx="783600" cy="170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8"/>
          <p:cNvCxnSpPr/>
          <p:nvPr/>
        </p:nvCxnSpPr>
        <p:spPr>
          <a:xfrm flipH="1">
            <a:off x="5143525" y="3320400"/>
            <a:ext cx="768000" cy="147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8"/>
          <p:cNvCxnSpPr/>
          <p:nvPr/>
        </p:nvCxnSpPr>
        <p:spPr>
          <a:xfrm flipH="1">
            <a:off x="5166925" y="3460025"/>
            <a:ext cx="744600" cy="124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Coroutine: Usage Examples</a:t>
            </a:r>
            <a:endParaRPr/>
          </a:p>
        </p:txBody>
      </p:sp>
      <p:graphicFrame>
        <p:nvGraphicFramePr>
          <p:cNvPr id="177" name="Google Shape;177;p29"/>
          <p:cNvGraphicFramePr/>
          <p:nvPr/>
        </p:nvGraphicFramePr>
        <p:xfrm>
          <a:off x="952500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{6602F7BE-F01A-43AC-B6C9-FD532DC08838}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null;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for one frame.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new WaitForEndOfFrame();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until the end of the current frame.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new WaitForSeconds(t);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Waits for a specified amount of time in seconds, affected by Time.timeScale.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new WaitForSecondsRealtime(t)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Waits for a specified amount of time in real-time seconds, ignoring Time.timeScale.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new WaitUntil(() =&gt; isReady);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until a condition is true.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new WaitWhile(() =&gt; isLoading);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while a condition is true.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Coroutine: Usage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3" name="Google Shape;183;p30"/>
          <p:cNvGraphicFramePr/>
          <p:nvPr/>
        </p:nvGraphicFramePr>
        <p:xfrm>
          <a:off x="952500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{6602F7BE-F01A-43AC-B6C9-FD532DC08838}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new WaitForFixedUpdate();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until the next FixedUpdate cycle, physics update.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break;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Ends a coroutine early.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UnityWebRequest.Get(url)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.SendWebRequest();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until a UnityWebRequest finishes.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SceneManager.LoadSceneAsync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for a scene to load asynchronously.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</a:t>
                      </a:r>
                      <a:r>
                        <a:rPr lang="ca">
                          <a:solidFill>
                            <a:schemeClr val="dk1"/>
                          </a:solidFill>
                        </a:rPr>
                        <a:t>Resources.LoadAsync("AssetPath");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Waits for a resource to load asynchronously.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yield return new MyCustomYieldInstruction();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until a custom condition is met.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CustomYieldInstruction</a:t>
            </a:r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4925"/>
            <a:ext cx="48006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5400" y="1170125"/>
            <a:ext cx="3886200" cy="3368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Coroutines vs Update</a:t>
            </a:r>
            <a:endParaRPr/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170125"/>
            <a:ext cx="4419599" cy="2213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3200" y="484325"/>
            <a:ext cx="3220700" cy="43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Corrutinas vs Update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With Update the code becomes more complicated with more checks.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In a sequence you must check which step you are in at each moment.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When the sequence ends, the update continues doing the checks.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</a:t>
            </a:r>
            <a:endParaRPr/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was introduced in Unity starting with version 2017.1, when Unity updated its runtime to support C# 6.0 and .NET 4.x versions.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If the instance of the GameObject that initiates it is destroyed, the Async continues.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</a:t>
            </a:r>
            <a:endParaRPr/>
          </a:p>
        </p:txBody>
      </p:sp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725" y="1308200"/>
            <a:ext cx="2114550" cy="2428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35"/>
          <p:cNvCxnSpPr/>
          <p:nvPr/>
        </p:nvCxnSpPr>
        <p:spPr>
          <a:xfrm flipH="1">
            <a:off x="4950225" y="1270350"/>
            <a:ext cx="2140200" cy="644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35"/>
          <p:cNvSpPr txBox="1"/>
          <p:nvPr/>
        </p:nvSpPr>
        <p:spPr>
          <a:xfrm>
            <a:off x="6561100" y="660600"/>
            <a:ext cx="2830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Calling asynchronous function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18" name="Google Shape;218;p35"/>
          <p:cNvCxnSpPr/>
          <p:nvPr/>
        </p:nvCxnSpPr>
        <p:spPr>
          <a:xfrm flipH="1">
            <a:off x="4397975" y="1960750"/>
            <a:ext cx="1921500" cy="69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35"/>
          <p:cNvSpPr txBox="1"/>
          <p:nvPr/>
        </p:nvSpPr>
        <p:spPr>
          <a:xfrm>
            <a:off x="6515100" y="1684575"/>
            <a:ext cx="25545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We must declare the function as asynchronous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20" name="Google Shape;220;p35"/>
          <p:cNvCxnSpPr/>
          <p:nvPr/>
        </p:nvCxnSpPr>
        <p:spPr>
          <a:xfrm>
            <a:off x="2936525" y="2835250"/>
            <a:ext cx="794100" cy="414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35"/>
          <p:cNvSpPr txBox="1"/>
          <p:nvPr/>
        </p:nvSpPr>
        <p:spPr>
          <a:xfrm>
            <a:off x="163400" y="2340475"/>
            <a:ext cx="27732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Non-blocking wait for the task to finish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22" name="Google Shape;222;p35"/>
          <p:cNvCxnSpPr/>
          <p:nvPr/>
        </p:nvCxnSpPr>
        <p:spPr>
          <a:xfrm flipH="1">
            <a:off x="4604975" y="2868025"/>
            <a:ext cx="1714500" cy="341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35"/>
          <p:cNvSpPr txBox="1"/>
          <p:nvPr/>
        </p:nvSpPr>
        <p:spPr>
          <a:xfrm>
            <a:off x="6446825" y="2614425"/>
            <a:ext cx="24360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Represents an asynchronous operation.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24" name="Google Shape;224;p35"/>
          <p:cNvCxnSpPr/>
          <p:nvPr/>
        </p:nvCxnSpPr>
        <p:spPr>
          <a:xfrm rot="10800000">
            <a:off x="5042800" y="3359175"/>
            <a:ext cx="1132500" cy="442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35"/>
          <p:cNvSpPr txBox="1"/>
          <p:nvPr/>
        </p:nvSpPr>
        <p:spPr>
          <a:xfrm>
            <a:off x="6251500" y="3669500"/>
            <a:ext cx="28317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Suspends the task until the next execution cycle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Async: Usage Examples</a:t>
            </a:r>
            <a:endParaRPr/>
          </a:p>
        </p:txBody>
      </p:sp>
      <p:graphicFrame>
        <p:nvGraphicFramePr>
          <p:cNvPr id="231" name="Google Shape;231;p36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{6602F7BE-F01A-43AC-B6C9-FD532DC08838}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await Task.Yield()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Suspends the task until the next execution cycle.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await Task.Delay(milliseconds)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Suspends the task for the specified number of milliseconds.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await Task.WhenAll(tasks)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until all tasks in the specified collection are completed.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await Task.WhenAny(tasks)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dk1"/>
                          </a:solidFill>
                        </a:rPr>
                        <a:t>Wait until any of the tasks in the collection are completed.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 : Returning a value.</a:t>
            </a:r>
            <a:endParaRPr/>
          </a:p>
        </p:txBody>
      </p:sp>
      <p:pic>
        <p:nvPicPr>
          <p:cNvPr id="237" name="Google Shape;2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75" y="1756975"/>
            <a:ext cx="42862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Async: Exception handling.</a:t>
            </a:r>
            <a:endParaRPr/>
          </a:p>
        </p:txBody>
      </p:sp>
      <p:pic>
        <p:nvPicPr>
          <p:cNvPr id="243" name="Google Shape;2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050" y="1105450"/>
            <a:ext cx="529590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Async: Status. Task Status.</a:t>
            </a:r>
            <a:endParaRPr/>
          </a:p>
        </p:txBody>
      </p:sp>
      <p:graphicFrame>
        <p:nvGraphicFramePr>
          <p:cNvPr id="249" name="Google Shape;249;p39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{6602F7BE-F01A-43AC-B6C9-FD532DC08838}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Created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The task was created, but has not started yet.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WaitingForActivation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The task is waiting to be activated.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WaitingToRun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The task is ready to run, but has not started.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Running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The task is actively running.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WaitingForChildrenToComplete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The task waits for child tasks to complete.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RanToCompletion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The task completed successfully.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Canceled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The task was cancelled using a CancellationToken.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Faulted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The task threw an exception and did not complete successfully.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Async: State</a:t>
            </a:r>
            <a:endParaRPr/>
          </a:p>
        </p:txBody>
      </p:sp>
      <p:pic>
        <p:nvPicPr>
          <p:cNvPr id="255" name="Google Shape;25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1800" y="229175"/>
            <a:ext cx="2888700" cy="45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ca" sz="4390"/>
              <a:t>In previous Episodes…</a:t>
            </a:r>
            <a:endParaRPr sz="439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Asynchronous vs Multithreading</a:t>
            </a:r>
            <a:endParaRPr/>
          </a:p>
        </p:txBody>
      </p:sp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150" y="833100"/>
            <a:ext cx="3171690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Race Conditions - I</a:t>
            </a:r>
            <a:endParaRPr/>
          </a:p>
        </p:txBody>
      </p:sp>
      <p:pic>
        <p:nvPicPr>
          <p:cNvPr id="272" name="Google Shape;2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00" y="1145425"/>
            <a:ext cx="8839198" cy="28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Race Conditions - II</a:t>
            </a:r>
            <a:endParaRPr/>
          </a:p>
        </p:txBody>
      </p:sp>
      <p:pic>
        <p:nvPicPr>
          <p:cNvPr id="278" name="Google Shape;27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951" y="865325"/>
            <a:ext cx="8218951" cy="4020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Coroutines - I</a:t>
            </a:r>
            <a:endParaRPr/>
          </a:p>
        </p:txBody>
      </p:sp>
      <p:pic>
        <p:nvPicPr>
          <p:cNvPr id="284" name="Google Shape;28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685" y="978900"/>
            <a:ext cx="6026625" cy="31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Coroutines - II</a:t>
            </a:r>
            <a:endParaRPr/>
          </a:p>
        </p:txBody>
      </p:sp>
      <p:sp>
        <p:nvSpPr>
          <p:cNvPr id="290" name="Google Shape;29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Key words: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IEnumerator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Yield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Pros: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Included in Unity’s lifecycle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Dies when object dies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Can’t return value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Dies when object dies</a:t>
            </a:r>
            <a:endParaRPr/>
          </a:p>
        </p:txBody>
      </p:sp>
      <p:pic>
        <p:nvPicPr>
          <p:cNvPr id="291" name="Google Shape;2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7701" y="3108350"/>
            <a:ext cx="3616300" cy="20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Await/Async</a:t>
            </a:r>
            <a:endParaRPr/>
          </a:p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Key words: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await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async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CancellationToken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Pros: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Not Included in Unity’s lifecycle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Do not dies when object dies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Status to know the state of the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Can return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Do not dies when object dies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Harder to cancel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More expensive for the Garbage Collector</a:t>
            </a:r>
            <a:endParaRPr/>
          </a:p>
        </p:txBody>
      </p:sp>
      <p:pic>
        <p:nvPicPr>
          <p:cNvPr id="298" name="Google Shape;29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100" y="2834201"/>
            <a:ext cx="4144900" cy="230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 vs Async : Performance</a:t>
            </a:r>
            <a:endParaRPr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The execution time of yield and await is practically the same.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 coroutine takes up more memory than an Async.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With Async the garbage collector consumes more memory.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With Async, much more garbage is allocated per operation.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Async consumes more system resources.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 vs Async : Usability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The coroutine can only be used in Mono Behaviours classes.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 is compatible with any class.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 supports Scriptable Objects.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 vs Async : Usability</a:t>
            </a:r>
            <a:endParaRPr/>
          </a:p>
        </p:txBody>
      </p:sp>
      <p:sp>
        <p:nvSpPr>
          <p:cNvPr id="316" name="Google Shape;316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Coroutines are easier to stop.</a:t>
            </a:r>
            <a:endParaRPr/>
          </a:p>
        </p:txBody>
      </p:sp>
      <p:pic>
        <p:nvPicPr>
          <p:cNvPr id="317" name="Google Shape;31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" y="1657350"/>
            <a:ext cx="44386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538" y="1666875"/>
            <a:ext cx="435292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Corrutina vs Async : Usability - Waitability.</a:t>
            </a:r>
            <a:endParaRPr/>
          </a:p>
        </p:txBody>
      </p:sp>
      <p:sp>
        <p:nvSpPr>
          <p:cNvPr id="324" name="Google Shape;32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 can await any asynchronous method.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Coroutines have many custom yield statements synchronized with Unity's time.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Coroutines are ready to work with Unity's Async Operations.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Corrutina vs Async : Usability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 can have multiple wait conditions. Task.WhenAny or Task.WhenAll.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 allows values ​​to be returned upon completion of the operation.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To return a value with coroutines we must rely on a callback.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 vs Async: Control - State</a:t>
            </a:r>
            <a:endParaRPr/>
          </a:p>
        </p:txBody>
      </p:sp>
      <p:sp>
        <p:nvSpPr>
          <p:cNvPr id="336" name="Google Shape;33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Async: The Task object has several ways to obtain its state, making it much easier to manage.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Coroutines have absolutely no information about whether the process has finished or what is happening to it.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Coroutine vs Async : Control - Finalization.</a:t>
            </a:r>
            <a:endParaRPr/>
          </a:p>
        </p:txBody>
      </p:sp>
      <p:sp>
        <p:nvSpPr>
          <p:cNvPr id="342" name="Google Shape;342;p54"/>
          <p:cNvSpPr txBox="1"/>
          <p:nvPr>
            <p:ph idx="1" type="body"/>
          </p:nvPr>
        </p:nvSpPr>
        <p:spPr>
          <a:xfrm>
            <a:off x="3117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Once coroutines finish executing, no code will be executed.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In Async the finally block will always be executed.</a:t>
            </a:r>
            <a:endParaRPr/>
          </a:p>
        </p:txBody>
      </p:sp>
      <p:pic>
        <p:nvPicPr>
          <p:cNvPr id="343" name="Google Shape;34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175" y="2310025"/>
            <a:ext cx="4145476" cy="27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55"/>
          <p:cNvGraphicFramePr/>
          <p:nvPr/>
        </p:nvGraphicFramePr>
        <p:xfrm>
          <a:off x="952500" y="9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{6602F7BE-F01A-43AC-B6C9-FD532DC08838}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Aspecto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Corrutina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200">
                          <a:solidFill>
                            <a:schemeClr val="dk1"/>
                          </a:solidFill>
                        </a:rPr>
                        <a:t>Async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Performance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Ocupa más memoria que Async.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It takes up more memory than Async.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Performance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Allocates much more garbage per operation.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Performance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It consumes more system resources.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Usability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Can only be used in MonoBehaviour classes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Compatible with any class and OS.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Usability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Easier to stop.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Waitability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It has many custom yield statements synchronized to Unity.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You can await any async method.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Waitability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Ready to work with Unity's AsyncOperation.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Waitability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Supports multiple wait conditions with Task.WhenAny or Task.WhenAll.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Return values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Needs a callback.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Upon completion of the operation.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Control - State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Does not provide information.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Task allows you to get its status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Control - Finalization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900">
                          <a:solidFill>
                            <a:schemeClr val="dk1"/>
                          </a:solidFill>
                        </a:rPr>
                        <a:t>The finally block is always executed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UniTask - THE WAY TO GO</a:t>
            </a:r>
            <a:endParaRPr/>
          </a:p>
        </p:txBody>
      </p:sp>
      <p:sp>
        <p:nvSpPr>
          <p:cNvPr id="354" name="Google Shape;35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 u="sng">
                <a:solidFill>
                  <a:schemeClr val="hlink"/>
                </a:solidFill>
                <a:hlinkClick r:id="rId3"/>
              </a:rPr>
              <a:t>https://github.com/Cysharp/UniTask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This extraordinary package is fully integrated with Unity.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has support for AsyncOperations, MonoBehaviour/uGUI and the Unity update cycle.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UniTask</a:t>
            </a:r>
            <a:endParaRPr/>
          </a:p>
        </p:txBody>
      </p:sp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has the flexibility and control of Async.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also adds the benefits of coroutines.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It is lighter and gives us a performance boost.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 u="sng">
                <a:solidFill>
                  <a:schemeClr val="hlink"/>
                </a:solidFill>
                <a:hlinkClick r:id="rId3"/>
              </a:rPr>
              <a:t>Performance Study: Coroutines, Async and UniTask.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UniTask. Performance</a:t>
            </a:r>
            <a:endParaRPr/>
          </a:p>
        </p:txBody>
      </p:sp>
      <p:pic>
        <p:nvPicPr>
          <p:cNvPr id="366" name="Google Shape;36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9" cy="261765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8"/>
          <p:cNvSpPr txBox="1"/>
          <p:nvPr/>
        </p:nvSpPr>
        <p:spPr>
          <a:xfrm>
            <a:off x="3388950" y="4057400"/>
            <a:ext cx="23661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Time to Yield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UniTask: Performance</a:t>
            </a:r>
            <a:endParaRPr/>
          </a:p>
        </p:txBody>
      </p:sp>
      <p:pic>
        <p:nvPicPr>
          <p:cNvPr id="373" name="Google Shape;373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750" y="1017725"/>
            <a:ext cx="6304500" cy="349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9"/>
          <p:cNvSpPr txBox="1"/>
          <p:nvPr/>
        </p:nvSpPr>
        <p:spPr>
          <a:xfrm>
            <a:off x="3191100" y="4555275"/>
            <a:ext cx="2761800" cy="3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Full memory load.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UniTask: Performance</a:t>
            </a:r>
            <a:endParaRPr/>
          </a:p>
        </p:txBody>
      </p:sp>
      <p:pic>
        <p:nvPicPr>
          <p:cNvPr id="380" name="Google Shape;38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74" y="1017725"/>
            <a:ext cx="5241000" cy="309397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60"/>
          <p:cNvSpPr txBox="1"/>
          <p:nvPr/>
        </p:nvSpPr>
        <p:spPr>
          <a:xfrm>
            <a:off x="2772150" y="4600450"/>
            <a:ext cx="359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Memoria del recolector de basura.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382" name="Google Shape;38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8348" y="1322525"/>
            <a:ext cx="3093950" cy="256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Practical use: Web Request</a:t>
            </a:r>
            <a:endParaRPr/>
          </a:p>
        </p:txBody>
      </p:sp>
      <p:sp>
        <p:nvSpPr>
          <p:cNvPr id="388" name="Google Shape;388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Download an image from a CDN/Server and put that image into a UI Image sprite.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Practical use: Spaceship sequence</a:t>
            </a:r>
            <a:endParaRPr/>
          </a:p>
        </p:txBody>
      </p:sp>
      <p:sp>
        <p:nvSpPr>
          <p:cNvPr id="394" name="Google Shape;394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Make the ship move into a position and fire a burst of bullets.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