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d9800e1d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d9800e1d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d5c6f67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d5c6f6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d9800e1d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d9800e1d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d9800e1d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d9800e1d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d9800e1d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d9800e1d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9800e1d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d9800e1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d9800e1d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d9800e1d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d3fa7040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fd3fa7040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d9800e1d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d9800e1d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d9800e1d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d9800e1d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0d9800e1d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0d9800e1d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d9800e1d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d9800e1d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ASSEMBLIES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Advanced Unity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Content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Namespaces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Why we need Assemblies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Assemblies vs Namespaces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 sz="1800"/>
              <a:t>How we create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What is an Assembly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Assembly Definition (ASMDEF)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Assembly Definition Reference (ASMDREF)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Editor and Assemblies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Namespaces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You can have more than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Organizational purpose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System Boundaries and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Allows us to have different…well, names!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825" y="2915325"/>
            <a:ext cx="2909825" cy="129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900" y="2571750"/>
            <a:ext cx="2483100" cy="1897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Namespaces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025" y="1191825"/>
            <a:ext cx="4991100" cy="3448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6"/>
          <p:cNvCxnSpPr/>
          <p:nvPr/>
        </p:nvCxnSpPr>
        <p:spPr>
          <a:xfrm rot="10800000">
            <a:off x="4933625" y="2835700"/>
            <a:ext cx="1381800" cy="361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6200400" y="3136150"/>
            <a:ext cx="29436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Is this a BurningTaco or just a Taco?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Namespaces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6200400" y="3136150"/>
            <a:ext cx="2943600" cy="102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This is NOW </a:t>
            </a:r>
            <a:r>
              <a:rPr lang="ca"/>
              <a:t>definitely</a:t>
            </a:r>
            <a:r>
              <a:rPr lang="ca"/>
              <a:t> a Burning Taco!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075" y="1654825"/>
            <a:ext cx="4628825" cy="23144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p17"/>
          <p:cNvCxnSpPr/>
          <p:nvPr/>
        </p:nvCxnSpPr>
        <p:spPr>
          <a:xfrm rot="10800000">
            <a:off x="4933625" y="2835700"/>
            <a:ext cx="1381800" cy="361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1" name="Google Shape;91;p17"/>
          <p:cNvPicPr preferRelativeResize="0"/>
          <p:nvPr/>
        </p:nvPicPr>
        <p:blipFill rotWithShape="1">
          <a:blip r:embed="rId4">
            <a:alphaModFix/>
          </a:blip>
          <a:srcRect b="0" l="0" r="61235" t="0"/>
          <a:stretch/>
        </p:blipFill>
        <p:spPr>
          <a:xfrm>
            <a:off x="5728900" y="1061125"/>
            <a:ext cx="889324" cy="181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Namespaces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5490750" y="3117850"/>
            <a:ext cx="2778000" cy="10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Is this a BurningTaco or just a Taco?</a:t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775" y="1191825"/>
            <a:ext cx="3719873" cy="3448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8"/>
          <p:cNvCxnSpPr>
            <a:stCxn id="97" idx="1"/>
          </p:cNvCxnSpPr>
          <p:nvPr/>
        </p:nvCxnSpPr>
        <p:spPr>
          <a:xfrm rot="10800000">
            <a:off x="4138050" y="3168400"/>
            <a:ext cx="1352700" cy="495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0" name="Google Shape;100;p18"/>
          <p:cNvPicPr preferRelativeResize="0"/>
          <p:nvPr/>
        </p:nvPicPr>
        <p:blipFill rotWithShape="1">
          <a:blip r:embed="rId4">
            <a:alphaModFix/>
          </a:blip>
          <a:srcRect b="0" l="49052" r="0" t="0"/>
          <a:stretch/>
        </p:blipFill>
        <p:spPr>
          <a:xfrm flipH="1">
            <a:off x="542576" y="826975"/>
            <a:ext cx="1124449" cy="174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Why we need assemblies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Do you remember namespaces?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All scripts (AND NAMESPACES!) go to a single assembly by default </a:t>
            </a:r>
            <a:r>
              <a:rPr i="1" lang="ca"/>
              <a:t>(Assembly-Csharp.dll)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You can have more than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Organization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System Boundaries and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Compilation time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0750" y="2536525"/>
            <a:ext cx="3614674" cy="24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Why we need assemblies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Do you remember namespaces?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All scripts (AND NAMESPACES!) go to a single assembly by default </a:t>
            </a:r>
            <a:r>
              <a:rPr i="1" lang="ca"/>
              <a:t>(Assembly-Csharp.dll)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You can have more than 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Organization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System Boundaries and Dependencies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ca"/>
              <a:t>Compilation time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6775" y="2156750"/>
            <a:ext cx="2483100" cy="18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 rot="10800000">
            <a:off x="4572000" y="2242550"/>
            <a:ext cx="180900" cy="912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Let’s create our first…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ASSEMBLY!</a:t>
            </a:r>
            <a:endParaRPr b="1" sz="6100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8962" y="2571750"/>
            <a:ext cx="2295263" cy="23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Assemblies vs Namespaces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60444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System Boundaries and Dependencies act on a more restrictive and clear way, depending on project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ca"/>
              <a:t>You need to clearly specify the dependencies on those Assemblies</a:t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1279475" y="2726800"/>
            <a:ext cx="5613600" cy="2116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250" y="2802748"/>
            <a:ext cx="5414276" cy="195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What is an Assembly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An assembly is a C# code library that contains the compiled classes and structs that are defined by your scripts and which also define references to other assemblies.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We have two types of assemblies: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Assembly Definitions (ASMDEF)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Assembly Definition References (ASMDREF)</a:t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5725" y="2162975"/>
            <a:ext cx="2195675" cy="28324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>
            <a:off x="887200" y="4174100"/>
            <a:ext cx="3926100" cy="4764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latin typeface="Average"/>
                <a:ea typeface="Average"/>
                <a:cs typeface="Average"/>
                <a:sym typeface="Average"/>
              </a:rPr>
              <a:t>TLDR; If you are using this one, you’re probably doing something wrong on your architecture!</a:t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38" name="Google Shape;138;p23"/>
          <p:cNvCxnSpPr>
            <a:stCxn id="137" idx="0"/>
          </p:cNvCxnSpPr>
          <p:nvPr/>
        </p:nvCxnSpPr>
        <p:spPr>
          <a:xfrm flipH="1" rot="10800000">
            <a:off x="2850250" y="3335000"/>
            <a:ext cx="1294800" cy="839100"/>
          </a:xfrm>
          <a:prstGeom prst="straightConnector1">
            <a:avLst/>
          </a:prstGeom>
          <a:noFill/>
          <a:ln cap="flat" cmpd="sng" w="9525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 and Assemblies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60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You already know that Editor scripts have their own place and restrictions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How we should think with assemblies knowing that restriction?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323425"/>
            <a:ext cx="8517000" cy="44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4100"/>
              <a:t>Let’s try to solve Editor scripts and</a:t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100"/>
              <a:t>ASSEMBLIES!</a:t>
            </a:r>
            <a:endParaRPr b="1" sz="6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