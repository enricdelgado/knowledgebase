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Average"/>
      <p:regular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8b288a06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8b288a06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8b288a0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8b288a0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b288a06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8b288a06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78edc21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78edc21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78edc214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78edc214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8b288a06c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8b288a06c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79b9d0f9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79b9d0f9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79b9d0f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79b9d0f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79b9d0f9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79b9d0f9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79b9d0f9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79b9d0f9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8b288a06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8b288a06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79b9d0f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79b9d0f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79b9d0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79b9d0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79b9d0f9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79b9d0f9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79b9d0f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79b9d0f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79b9d0f9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79b9d0f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79b9d0f9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79b9d0f9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79b9d0f9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79b9d0f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79b9d0f9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79b9d0f9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8b288a06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8b288a06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7ebf78a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7ebf78a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8b288a06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8b288a06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8b288a06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8b288a06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OOP 2</a:t>
            </a:r>
            <a:r>
              <a:rPr lang="ca"/>
              <a:t>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Design Patterns, DataStructures, Client Architecture Patterns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OOP 2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Super Class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Abstract Classes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Interfaces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Polymorphism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Super Class / Base Class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1152475"/>
            <a:ext cx="85206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ct val="100000"/>
              <a:buFont typeface="Average"/>
              <a:buChar char="-"/>
            </a:pPr>
            <a:r>
              <a:rPr lang="ca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 superclass (also known as a base class or parent class) is a class from which other classes derive.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ACACA"/>
              </a:buClr>
              <a:buSzPct val="100000"/>
              <a:buFont typeface="Average"/>
              <a:buChar char="-"/>
            </a:pPr>
            <a:r>
              <a:rPr lang="ca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Classes that derive from a superclass are called subclasses (or child classes).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CACACA"/>
              </a:buClr>
              <a:buSzPct val="100000"/>
              <a:buFont typeface="Average"/>
              <a:buChar char="-"/>
            </a:pPr>
            <a:r>
              <a:rPr lang="ca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This mechanism is called inheritance and allows a child class to inherit attributes and methods from a parent class.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500" y="2875675"/>
            <a:ext cx="3352800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Abstract Classes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0" y="1228675"/>
            <a:ext cx="8832300" cy="15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It cannot be instantiated directly.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It is a class that contains at least one abstract method.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-"/>
            </a:pPr>
            <a:r>
              <a:rPr lang="ca"/>
              <a:t>Subclasses of an Abstract class are FORCED to implement the inherited abstract methods, or redefine them as abstract, delegating the implementation to lower classes.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550" y="2730075"/>
            <a:ext cx="3444899" cy="2089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Interfaces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0" y="1189375"/>
            <a:ext cx="508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An interface is a contract between 2 classes that defines methods and properties without implementation.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Classes that implement it must provide their own implementation.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Except when inherited by another interface or implemented by an abstract class, implementation can be delegated.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721" y="907650"/>
            <a:ext cx="3727151" cy="313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Polymorphism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0" y="1159875"/>
            <a:ext cx="5407200" cy="25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Polymorphism allows the same method to be executed in different ways depending on the type of object.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 interesting thing is that, using the same function on all the figures, you get the area without having to know what type they are.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775" y="1017725"/>
            <a:ext cx="3289600" cy="22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Design Patterns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Creational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Structural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Behavioral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Design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Design patterns are typical solutions to common problems in software design.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Each pattern is like a blueprint that you can customize to solve a particular design problem in your code.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are divided into 3 main group of patterns: Creational, Structural and Behavioral.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013" y="3104650"/>
            <a:ext cx="46386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Creational Design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453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abstract the process of creating objects.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helps us separate how an object behaves from how we have to build it.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450" y="1014687"/>
            <a:ext cx="1985800" cy="2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651" y="1017713"/>
            <a:ext cx="1985800" cy="240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9525" y="3429586"/>
            <a:ext cx="1985800" cy="125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Structural Design Patterns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explain how to assemble objects and classes into larger structures, keeping these structures flexible and efficient.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25" y="1957475"/>
            <a:ext cx="6429375" cy="26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8000" y="2620837"/>
            <a:ext cx="1958675" cy="13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Behavioral Design Patterns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Behavioral design patterns are concerned with algorithms and the assignment of responsibilities between objects.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673" y="1907075"/>
            <a:ext cx="4801024" cy="30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8701" y="2864851"/>
            <a:ext cx="2090700" cy="10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Data Structures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Generics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Arrays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Lists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Queues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Stacks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KeyValuePair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Dictionaries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HashSets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Generics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0" y="1137700"/>
            <a:ext cx="4752300" cy="3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allow you to create classes, methods, interfaces, and structures that can work with any type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Code reuse and easier to maintain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Data collections like Lists use Generics: List&lt;T&gt;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075" y="1170125"/>
            <a:ext cx="4219725" cy="361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Arrays (T[])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Fixed-size structures that store elements of the same type.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When you know the size of the data in advance and don't need to change it, making arrays efficient in memory and access.</a:t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2995613"/>
            <a:ext cx="411480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Lists (List&lt;T&gt;)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Dynamic collection that can grow or shrink.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Ideal for item lists whose size changes frequently during gameplay, such as enemy management or temporary item collections.</a:t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3529013"/>
            <a:ext cx="764857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Queues </a:t>
            </a:r>
            <a:r>
              <a:rPr lang="ca"/>
              <a:t>(Queue&lt;T&gt;)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373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FIFO (first in, first out) structure.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Perfect for sequences of events or tasks where order is important, such as a queue of actions in an AI or command queue.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4208238"/>
            <a:ext cx="74104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925" y="1017725"/>
            <a:ext cx="4930775" cy="24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Stacks </a:t>
            </a:r>
            <a:r>
              <a:rPr lang="ca"/>
              <a:t>(Stack&lt;T&gt;)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3706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LIFO (last in, first out) structure.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Ideal for undo/redo systems or for tracking temporary states, such as a menu navigation system where you need to go back.</a:t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050" y="4054538"/>
            <a:ext cx="75438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550" y="1206000"/>
            <a:ext cx="4788875" cy="2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KeyValuePair (KeyValuePair&lt;TKey, TValue&gt;)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Represents a related pair of values ​​(key-value).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Useful for returning related data pairs from functions or for temporarily matching two values ​​without using a full dictionary.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9" y="3362325"/>
            <a:ext cx="883172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Dictionaries </a:t>
            </a:r>
            <a:r>
              <a:rPr lang="ca"/>
              <a:t>(Dictionary&lt;TKey, TValue&gt;)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Collection of unique key-value pairs.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Ideal for quick lookups when you need to access data via a key, such as an inventory of objects or assigning prefabs to their names.</a:t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25" y="3269225"/>
            <a:ext cx="8875775" cy="6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HashSets (HashSet&lt;T&gt;)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Collection of </a:t>
            </a:r>
            <a:r>
              <a:rPr b="1" lang="ca"/>
              <a:t>unique </a:t>
            </a:r>
            <a:r>
              <a:rPr lang="ca"/>
              <a:t>items in no specific order.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Perfect when you need to ensure there are no duplicates, such as in the list of items collected by the player or to avoid repeated actions.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is highly efficient for search, insert and delete operations.</a:t>
            </a:r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4124325"/>
            <a:ext cx="75247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Client Architecture Patterns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MVC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MVC: Real Example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Other Patterns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Client Architecture Patterns: MVC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52475"/>
            <a:ext cx="85206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Model: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This represents the data and business logic of the application.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Doesn’t worry about how the data is shown to the user, just about managing and updating it.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View: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This is what the user interacts with (UI).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Focused on the presentation, not the logic.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Controller</a:t>
            </a:r>
            <a:r>
              <a:rPr lang="ca"/>
              <a:t>: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The controller connects the Model and the View.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It receives input from the View (such as a button click), processes it (like deciding what the app should do), and then updates the Model or tells the View to change.</a:t>
            </a:r>
            <a:endParaRPr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138" y="3196288"/>
            <a:ext cx="50387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Client Architecture Patterns: MVC - Real Example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52475"/>
            <a:ext cx="54534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User trying to update their profile picture.</a:t>
            </a:r>
            <a:br>
              <a:rPr lang="ca"/>
            </a:b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When the user picks a new picture, the view sends this action to the Controller, which then updates the Model.</a:t>
            </a:r>
            <a:br>
              <a:rPr lang="ca"/>
            </a:b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Once the model is updated, the Controller tells the View to refresh the Display.</a:t>
            </a:r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375" y="2674675"/>
            <a:ext cx="1799000" cy="23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050" y="2736750"/>
            <a:ext cx="2993133" cy="216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5"/>
          <p:cNvSpPr/>
          <p:nvPr/>
        </p:nvSpPr>
        <p:spPr>
          <a:xfrm>
            <a:off x="6577700" y="2865976"/>
            <a:ext cx="2320200" cy="674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This pattern can lead to Bloated Controllers if the app grows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8" name="Google Shape;218;p35"/>
          <p:cNvSpPr/>
          <p:nvPr/>
        </p:nvSpPr>
        <p:spPr>
          <a:xfrm rot="5086563">
            <a:off x="5838747" y="2467203"/>
            <a:ext cx="158157" cy="12811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Client Architecture Patterns: Other Patterns</a:t>
            </a:r>
            <a:endParaRPr/>
          </a:p>
        </p:txBody>
      </p:sp>
      <p:pic>
        <p:nvPicPr>
          <p:cNvPr id="224" name="Google Shape;2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50" y="1143050"/>
            <a:ext cx="4717050" cy="37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2176" y="2225725"/>
            <a:ext cx="3641674" cy="266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