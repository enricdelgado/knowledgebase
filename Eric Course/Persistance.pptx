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a1cc1d7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0a1cc1d7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a1cc1d7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a1cc1d7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437e4eba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437e4eba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b5f0801a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0b5f0801a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a1cc1d7e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0a1cc1d7e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437e4eba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437e4eb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4387ca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d4387ca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b84e299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b84e299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a1cc1d7e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a1cc1d7e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ssetstore.unity.com/packages/tools/utilities/playerprefs-editor-167903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s.wikipedia.org/wiki/JSON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Persistence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Persistence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PlayerPrefs.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Json Utility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PlayerPrefs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only support values ​​of type Float, Int and String, which limits the serialization of large and complex objects.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 generated files are managed directly by the Operating System, which can make their portability and control difficult.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All data is stored in a single file, which can affect performance and organization if a large amount of information is being handled.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PlayerPrefs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1593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lack security mechanisms, so data can be easily modified, making them vulnerable.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Despite their limitations, they are simple to implement, making them a quick option for small projects or prototypes.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 u="sng">
                <a:solidFill>
                  <a:schemeClr val="hlink"/>
                </a:solidFill>
                <a:hlinkClick r:id="rId3"/>
              </a:rPr>
              <a:t>PlayerPrefs Editor in Asset Store.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850" y="2842100"/>
            <a:ext cx="3639375" cy="2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JSON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614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It is a lightweight, plain text format used to store and transmit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https://es.wikipedia.org/wiki/JSON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576" y="176200"/>
            <a:ext cx="2448775" cy="48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JSON Utility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is Unity's native API for de/serializing data in JSON format.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shares the same limitations as Unity's internal serializer.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is our responsibility to manage where the serialized data will be stored, whether in a secure location locally or in an external location over the network.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JSON Utility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925" y="1193375"/>
            <a:ext cx="507215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Save JSON to disk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813" y="1185650"/>
            <a:ext cx="415036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Binary Serialization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771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Security: Data is not easily readable and modifiable by humans.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Efficiency in size and loading times.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Support for complex structures.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259" y="2571750"/>
            <a:ext cx="6295017" cy="24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Exercise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Options data and 3 saved game slots must be saved.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We should be able to save by playerPrefs, JSON and binary serialization.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Options and saved game data must be saved in 2 different files.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